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A64D3440-4569-4715-AC5C-72C1715BF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kainat</dc:creator>
  <cp:lastModifiedBy>kainat</cp:lastModifiedBy>
  <cp:revision>1</cp:revision>
  <dcterms:created xsi:type="dcterms:W3CDTF">2025-11-20T20:22:53Z</dcterms:created>
  <dcterms:modified xsi:type="dcterms:W3CDTF">2025-12-11T12:52:03Z</dcterms:modified>
</cp:coreProperties>
</file>